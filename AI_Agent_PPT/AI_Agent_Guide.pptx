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 完整架構與實作指南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從概念到 Slack、GitHub、股票 API 整合</a:t>
            </a:r>
          </a:p>
          <a:p>
            <a:r>
              <a:t>完整流程與架構說明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1：什麼是 AI Agent？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的定義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 = 能自主感知、決策、行動的系統</a:t>
            </a:r>
          </a:p>
          <a:p>
            <a:pPr>
              <a:defRPr sz="1800"/>
            </a:pPr>
            <a:r>
              <a:t>不是單純聊天機器人，而是會「做事」的 AI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傳統 AI vs Agent：</a:t>
            </a:r>
          </a:p>
          <a:p>
            <a:pPr>
              <a:defRPr sz="1800"/>
            </a:pPr>
            <a:r>
              <a:t>• 傳統：回答問題、需要你一步步下指令</a:t>
            </a:r>
          </a:p>
          <a:p>
            <a:pPr>
              <a:defRPr sz="1800"/>
            </a:pPr>
            <a:r>
              <a:t>• Agent：自己規劃步驟、調用工具、完成任務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核心公式：Agent = LLM（大腦）+ 工具（手腳）+ 記憶 + 規劃迴圈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調動的是什麼？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調動的是「工具」（Tools / Function Calling）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流程示意：</a:t>
            </a:r>
          </a:p>
          <a:p>
            <a:pPr>
              <a:defRPr sz="1800"/>
            </a:pPr>
            <a:r>
              <a:t>1. 用戶：「幫我查台北明天天氣」</a:t>
            </a:r>
          </a:p>
          <a:p>
            <a:pPr>
              <a:defRPr sz="1800"/>
            </a:pPr>
            <a:r>
              <a:t>2. LLM 判斷：需要調用「天氣 API」</a:t>
            </a:r>
          </a:p>
          <a:p>
            <a:pPr>
              <a:defRPr sz="1800"/>
            </a:pPr>
            <a:r>
              <a:t>3. 輸出結構化請求：{ tool: get_weather, params: {...} }</a:t>
            </a:r>
          </a:p>
          <a:p>
            <a:pPr>
              <a:defRPr sz="1800"/>
            </a:pPr>
            <a:r>
              <a:t>4. 系統執行 API，取得結果</a:t>
            </a:r>
          </a:p>
          <a:p>
            <a:pPr>
              <a:defRPr sz="1800"/>
            </a:pPr>
            <a:r>
              <a:t>5. 結果回傳 LLM，整理成自然語言回覆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重點：LLM 只「決定」調用什麼，實際執行由系統完成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工具調用流程圖</a:t>
            </a:r>
          </a:p>
        </p:txBody>
      </p:sp>
      <p:pic>
        <p:nvPicPr>
          <p:cNvPr id="3" name="Picture 2" descr="tool_call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34913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用戶提問 → LLM 決策 → 調用工具 → 取得結果 → 回覆用戶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常見工具類型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搜尋：網頁搜尋、維基百科、學術論文</a:t>
            </a:r>
          </a:p>
          <a:p>
            <a:pPr>
              <a:defRPr sz="1800"/>
            </a:pPr>
            <a:r>
              <a:t>資料：資料庫查詢、API 呼叫</a:t>
            </a:r>
          </a:p>
          <a:p>
            <a:pPr>
              <a:defRPr sz="1800"/>
            </a:pPr>
            <a:r>
              <a:t>執行：執行代碼、跑腳本、終端機指令</a:t>
            </a:r>
          </a:p>
          <a:p>
            <a:pPr>
              <a:defRPr sz="1800"/>
            </a:pPr>
            <a:r>
              <a:t>檔案：讀寫檔案、管理專案</a:t>
            </a:r>
          </a:p>
          <a:p>
            <a:pPr>
              <a:defRPr sz="1800"/>
            </a:pPr>
            <a:r>
              <a:t>通訊：Slack、Discord、Email</a:t>
            </a:r>
          </a:p>
          <a:p>
            <a:pPr>
              <a:defRPr sz="1800"/>
            </a:pPr>
            <a:r>
              <a:t>應用：操作瀏覽器、控制 IDE、券商下單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2：Agent 四層架構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四層核心架構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第一層 - LLM（大腦）：推理、決策、規劃</a:t>
            </a:r>
          </a:p>
          <a:p>
            <a:pPr>
              <a:defRPr sz="1800"/>
            </a:pPr>
            <a:r>
              <a:t>第二層 - 工具（手臂）：API、搜尋、執行、檔案操作</a:t>
            </a:r>
          </a:p>
          <a:p>
            <a:pPr>
              <a:defRPr sz="1800"/>
            </a:pPr>
            <a:r>
              <a:t>第三層 - 記憶：短期（當前對話）、長期（向量庫、歷史）</a:t>
            </a:r>
          </a:p>
          <a:p>
            <a:pPr>
              <a:defRPr sz="1800"/>
            </a:pPr>
            <a:r>
              <a:t>第四層 - 反饋迴圈：感知 → 推理 → 行動 → 觀察 → 評估 → 改進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代理迴圈：ReAct 模式</a:t>
            </a:r>
          </a:p>
          <a:p>
            <a:pPr>
              <a:defRPr sz="1800"/>
            </a:pPr>
            <a:r>
              <a:t>推理(Reason) → 行動(Act) → 觀察(Observe) → 再推理...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四層架構與 ReAct 迴圈流程圖</a:t>
            </a:r>
          </a:p>
        </p:txBody>
      </p:sp>
      <p:pic>
        <p:nvPicPr>
          <p:cNvPr id="3" name="Picture 2" descr="ag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840480" cy="2094807"/>
          </a:xfrm>
          <a:prstGeom prst="rect">
            <a:avLst/>
          </a:prstGeom>
        </p:spPr>
      </p:pic>
      <p:pic>
        <p:nvPicPr>
          <p:cNvPr id="4" name="Picture 3" descr="react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3840480" cy="20948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四層架構  |  ReAct 迴圈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使用方式光譜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被動回應 ←———————————————→ 主動執行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純聊天（ChatGPT）→ 增強聊天（帶工具）→ 單一 Agent（Cursor）→ 多 Agent 協作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純聊天：問答、翻譯、摘要、寫作</a:t>
            </a:r>
          </a:p>
          <a:p>
            <a:pPr>
              <a:defRPr sz="1800"/>
            </a:pPr>
            <a:r>
              <a:t>• 增強：搜尋、計算、查資料、畫圖</a:t>
            </a:r>
          </a:p>
          <a:p>
            <a:pPr>
              <a:defRPr sz="1800"/>
            </a:pPr>
            <a:r>
              <a:t>• 單一 Agent：寫代碼、改檔案、執行指令、多步驟任務</a:t>
            </a:r>
          </a:p>
          <a:p>
            <a:pPr>
              <a:defRPr sz="1800"/>
            </a:pPr>
            <a:r>
              <a:t>• 多 Agent：分工合作、自動化、雲端代理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3：如何整合 Slack、GitHub、API？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基本原理：API + 授權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讓 AI 操作外部服務 = 調用該服務的 API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授權方式：</a:t>
            </a:r>
          </a:p>
          <a:p>
            <a:pPr>
              <a:defRPr sz="1800"/>
            </a:pPr>
            <a:r>
              <a:t>• API Key：一串金鑰，放在請求裡</a:t>
            </a:r>
          </a:p>
          <a:p>
            <a:pPr>
              <a:defRPr sz="1800"/>
            </a:pPr>
            <a:r>
              <a:t>• OAuth：用戶授權登入，取得 token（較安全）</a:t>
            </a:r>
          </a:p>
          <a:p>
            <a:pPr>
              <a:defRPr sz="1800"/>
            </a:pPr>
            <a:r>
              <a:t>• Webhook：服務主動推事件給你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流程：AI Agent → 調用 API（帶授權）→ 服務端執行 → 回傳結果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三種實作路線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路線 A - 自動化平台（最簡單）：</a:t>
            </a:r>
          </a:p>
          <a:p>
            <a:pPr>
              <a:defRPr sz="1800"/>
            </a:pPr>
            <a:r>
              <a:t>  Zapier、n8n、Make：視覺化拖拉，6000+ 應用串接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路線 B - 自己寫 Agent：</a:t>
            </a:r>
          </a:p>
          <a:p>
            <a:pPr>
              <a:defRPr sz="1800"/>
            </a:pPr>
            <a:r>
              <a:t>  LangChain、LlamaIndex + Slack/GitHub SDK 當工具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路線 C - 現成整合：</a:t>
            </a:r>
          </a:p>
          <a:p>
            <a:pPr>
              <a:defRPr sz="1800"/>
            </a:pPr>
            <a:r>
              <a:t>  GitHub Copilot + Slack、ArcadeAI SlackAgent、Eliza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服務整合架構圖</a:t>
            </a:r>
          </a:p>
        </p:txBody>
      </p:sp>
      <p:pic>
        <p:nvPicPr>
          <p:cNvPr id="3" name="Picture 2" descr="integr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34913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AI Agent 透過 OAuth/API Key 串接 Slack、GitHub、Gmail、券商等服務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常見服務 API 支援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Slack：發訊息、讀頻道、管理頻道、搜尋</a:t>
            </a:r>
          </a:p>
          <a:p>
            <a:pPr>
              <a:defRPr sz="1800"/>
            </a:pPr>
            <a:r>
              <a:t>GitHub：開 Issue、PR、管理 Repo、Actions</a:t>
            </a:r>
          </a:p>
          <a:p>
            <a:pPr>
              <a:defRPr sz="1800"/>
            </a:pPr>
            <a:r>
              <a:t>Gmail：讀信、寄信、標籤</a:t>
            </a:r>
          </a:p>
          <a:p>
            <a:pPr>
              <a:defRPr sz="1800"/>
            </a:pPr>
            <a:r>
              <a:t>Google Calendar：查行程、建立事件</a:t>
            </a:r>
          </a:p>
          <a:p>
            <a:pPr>
              <a:defRPr sz="1800"/>
            </a:pPr>
            <a:r>
              <a:t>Notion：讀寫頁面、資料庫</a:t>
            </a:r>
          </a:p>
          <a:p>
            <a:pPr>
              <a:defRPr sz="1800"/>
            </a:pPr>
            <a:r>
              <a:t>股票/券商：行情查詢、下單（富途、IB、富果等）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4：股票 API 與自動下單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技術上可行，但風險高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券商 API 範例：</a:t>
            </a:r>
          </a:p>
          <a:p>
            <a:pPr>
              <a:defRPr sz="1800"/>
            </a:pPr>
            <a:r>
              <a:t>• 富途 OpenAPI：港股、美股、日股，Python SDK</a:t>
            </a:r>
          </a:p>
          <a:p>
            <a:pPr>
              <a:defRPr sz="1800"/>
            </a:pPr>
            <a:r>
              <a:t>• Interactive Brokers：全球市場</a:t>
            </a:r>
          </a:p>
          <a:p>
            <a:pPr>
              <a:defRPr sz="1800"/>
            </a:pPr>
            <a:r>
              <a:t>• 富果 Fugle：台股（留意官方公告）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架構：AI 分析 → 調用下單 API → 券商執行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⚠️ 務必：模擬帳戶測試、小額實測、設風控、人工覆核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風險與注意事項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技術風險：程式 bug、網路延遲、API 異常</a:t>
            </a:r>
          </a:p>
          <a:p>
            <a:pPr>
              <a:defRPr sz="1800"/>
            </a:pPr>
            <a:r>
              <a:t>市場風險：價格劇烈波動、流動性不足</a:t>
            </a:r>
          </a:p>
          <a:p>
            <a:pPr>
              <a:defRPr sz="1800"/>
            </a:pPr>
            <a:r>
              <a:t>策略風險：止損設錯、邏輯錯誤</a:t>
            </a:r>
          </a:p>
          <a:p>
            <a:pPr>
              <a:defRPr sz="1800"/>
            </a:pPr>
            <a:r>
              <a:t>安全風險：API Key 外洩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建議：模擬環境 → 小額 → 風控（單筆上限、總曝險）→ 人工覆核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Part 5：完整架構總覽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可調動的服務架構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通訊：Slack、Discord</a:t>
            </a:r>
          </a:p>
          <a:p>
            <a:pPr>
              <a:defRPr sz="1800"/>
            </a:pPr>
            <a:r>
              <a:t>程式碼：GitHub、GitLab</a:t>
            </a:r>
          </a:p>
          <a:p>
            <a:pPr>
              <a:defRPr sz="1800"/>
            </a:pPr>
            <a:r>
              <a:t>辦公：Gmail、日曆、Notion</a:t>
            </a:r>
          </a:p>
          <a:p>
            <a:pPr>
              <a:defRPr sz="1800"/>
            </a:pPr>
            <a:r>
              <a:t>金融：券商 API（行情、下單）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共通：OAuth / API Key 授權 → AI Agent（LLM + Tools）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選擇：簡單用 Zapier/n8n；進階自己寫 Agent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完整架構總覽圖</a:t>
            </a:r>
          </a:p>
        </p:txBody>
      </p:sp>
      <p:pic>
        <p:nvPicPr>
          <p:cNvPr id="3" name="Picture 2" descr="integr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34913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所有服務透過授權與 AI Agent 串接，形成完整自動化生態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實作建議總覽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Slack + GitHub 自動化 → Zapier / n8n</a:t>
            </a:r>
          </a:p>
          <a:p>
            <a:pPr>
              <a:defRPr sz="1800"/>
            </a:pPr>
            <a:r>
              <a:t>查股票、新聞、報價 → 用行情 API 當工具（不下單）</a:t>
            </a:r>
          </a:p>
          <a:p>
            <a:pPr>
              <a:defRPr sz="1800"/>
            </a:pPr>
            <a:r>
              <a:t>自動下單 → 先模擬、小額、人工覆核、了解法規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安全：API Key 勿寫進程式碼、勿上傳公開 repo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謝謝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 時代，理解架構才能善用工具</a:t>
            </a:r>
          </a:p>
          <a:p>
            <a:r>
              <a:t>有任何問題歡迎繼續討論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