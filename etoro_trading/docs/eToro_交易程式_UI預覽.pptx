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eToro 交易程式 UI 預覽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策略總覽、投資組合、交易介面示意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策略總覽</a:t>
            </a:r>
          </a:p>
        </p:txBody>
      </p:sp>
      <p:pic>
        <p:nvPicPr>
          <p:cNvPr id="3" name="Picture 2" descr="etoro_ui_strategy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05840"/>
            <a:ext cx="7680960" cy="428704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資產動作、賣出規則、ETF 買入清單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投資組合</a:t>
            </a:r>
          </a:p>
        </p:txBody>
      </p:sp>
      <p:pic>
        <p:nvPicPr>
          <p:cNvPr id="3" name="Picture 2" descr="etoro_ui_portfol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05840"/>
            <a:ext cx="7680960" cy="428704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倉位表格與資產配置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交易介面</a:t>
            </a:r>
          </a:p>
        </p:txBody>
      </p:sp>
      <p:pic>
        <p:nvPicPr>
          <p:cNvPr id="3" name="Picture 2" descr="etoro_ui_tra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05840"/>
            <a:ext cx="7680960" cy="428704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買入訊號、賣出建議、操作記錄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